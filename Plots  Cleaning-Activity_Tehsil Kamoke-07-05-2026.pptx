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sldIdLst>
    <p:sldId id="258" r:id="rId3"/>
    <p:sldId id="1215" r:id="rId4"/>
    <p:sldId id="1222" r:id="rId5"/>
    <p:sldId id="1223" r:id="rId6"/>
    <p:sldId id="1224" r:id="rId7"/>
    <p:sldId id="1225" r:id="rId8"/>
    <p:sldId id="1226" r:id="rId9"/>
    <p:sldId id="1227" r:id="rId10"/>
    <p:sldId id="1228" r:id="rId11"/>
    <p:sldId id="1221" r:id="rId12"/>
    <p:sldId id="1220" r:id="rId13"/>
    <p:sldId id="1219" r:id="rId14"/>
    <p:sldId id="1180" r:id="rId15"/>
    <p:sldId id="1213" r:id="rId16"/>
    <p:sldId id="1214" r:id="rId17"/>
    <p:sldId id="1216" r:id="rId18"/>
    <p:sldId id="1217" r:id="rId19"/>
    <p:sldId id="1218" r:id="rId20"/>
    <p:sldId id="1212" r:id="rId21"/>
    <p:sldId id="1211" r:id="rId22"/>
    <p:sldId id="1210" r:id="rId23"/>
    <p:sldId id="1199" r:id="rId24"/>
    <p:sldId id="26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66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54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8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8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0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212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0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8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6775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33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9490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31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61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34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z="1800" spc="-5" dirty="0"/>
              <a:t>TEHSIL</a:t>
            </a:r>
            <a:r>
              <a:rPr sz="1800" spc="-45" dirty="0"/>
              <a:t> </a:t>
            </a:r>
            <a:r>
              <a:rPr spc="-5" dirty="0"/>
              <a:t>WAZIRABAD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07-May-26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82136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5B9CD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z="1800" spc="-5" dirty="0"/>
              <a:t>TEHSIL</a:t>
            </a:r>
            <a:r>
              <a:rPr sz="1800" spc="-45" dirty="0"/>
              <a:t> </a:t>
            </a:r>
            <a:r>
              <a:rPr spc="-5" dirty="0"/>
              <a:t>WAZIRABAD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07-May-26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7282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5B9CD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z="1800" spc="-5" dirty="0"/>
              <a:t>TEHSIL</a:t>
            </a:r>
            <a:r>
              <a:rPr sz="1800" spc="-45" dirty="0"/>
              <a:t> </a:t>
            </a:r>
            <a:r>
              <a:rPr spc="-5" dirty="0"/>
              <a:t>WAZIRABAD</a:t>
            </a:r>
            <a:endParaRPr sz="18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07-May-26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0677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5B9CD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z="1800" spc="-5" dirty="0"/>
              <a:t>TEHSIL</a:t>
            </a:r>
            <a:r>
              <a:rPr sz="1800" spc="-45" dirty="0"/>
              <a:t> </a:t>
            </a:r>
            <a:r>
              <a:rPr spc="-5" dirty="0"/>
              <a:t>WAZIRABAD</a:t>
            </a:r>
            <a:endParaRPr sz="18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07-May-26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86648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z="1800" spc="-5" dirty="0"/>
              <a:t>TEHSIL</a:t>
            </a:r>
            <a:r>
              <a:rPr sz="1800" spc="-45" dirty="0"/>
              <a:t> </a:t>
            </a:r>
            <a:r>
              <a:rPr spc="-5" dirty="0"/>
              <a:t>WAZIRABAD</a:t>
            </a:r>
            <a:endParaRPr sz="18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07-May-26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3102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6E51C-1D8D-4BB1-BAD7-70FBE9929C0A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262AAB1-1B03-4ECE-9590-5FA18A2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5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834639" y="602487"/>
            <a:ext cx="3334385" cy="101600"/>
          </a:xfrm>
          <a:custGeom>
            <a:avLst/>
            <a:gdLst/>
            <a:ahLst/>
            <a:cxnLst/>
            <a:rect l="l" t="t" r="r" b="b"/>
            <a:pathLst>
              <a:path w="3334385" h="101600">
                <a:moveTo>
                  <a:pt x="3334004" y="0"/>
                </a:moveTo>
                <a:lnTo>
                  <a:pt x="0" y="0"/>
                </a:lnTo>
                <a:lnTo>
                  <a:pt x="0" y="101600"/>
                </a:lnTo>
                <a:lnTo>
                  <a:pt x="3334004" y="101600"/>
                </a:lnTo>
                <a:lnTo>
                  <a:pt x="3334004" y="0"/>
                </a:lnTo>
                <a:close/>
              </a:path>
            </a:pathLst>
          </a:custGeom>
          <a:solidFill>
            <a:srgbClr val="00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69151" y="602487"/>
            <a:ext cx="3188335" cy="101600"/>
          </a:xfrm>
          <a:custGeom>
            <a:avLst/>
            <a:gdLst/>
            <a:ahLst/>
            <a:cxnLst/>
            <a:rect l="l" t="t" r="r" b="b"/>
            <a:pathLst>
              <a:path w="3188334" h="101600">
                <a:moveTo>
                  <a:pt x="3187827" y="0"/>
                </a:moveTo>
                <a:lnTo>
                  <a:pt x="0" y="0"/>
                </a:lnTo>
                <a:lnTo>
                  <a:pt x="0" y="101600"/>
                </a:lnTo>
                <a:lnTo>
                  <a:pt x="3187827" y="101600"/>
                </a:lnTo>
                <a:lnTo>
                  <a:pt x="318782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3569" y="2094496"/>
            <a:ext cx="10744861" cy="43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rgbClr val="5B9CD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38420" y="6524650"/>
            <a:ext cx="2042159" cy="280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z="1800" spc="-5" dirty="0"/>
              <a:t>TEHSIL</a:t>
            </a:r>
            <a:r>
              <a:rPr sz="1800" spc="-45" dirty="0"/>
              <a:t> </a:t>
            </a:r>
            <a:r>
              <a:rPr spc="-5" dirty="0"/>
              <a:t>WAZIRABAD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07-May-26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330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jpg"/><Relationship Id="rId5" Type="http://schemas.openxmlformats.org/officeDocument/2006/relationships/image" Target="../media/image40.jp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jpg"/><Relationship Id="rId5" Type="http://schemas.openxmlformats.org/officeDocument/2006/relationships/image" Target="../media/image44.jp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jpg"/><Relationship Id="rId5" Type="http://schemas.openxmlformats.org/officeDocument/2006/relationships/image" Target="../media/image46.jp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jpg"/><Relationship Id="rId5" Type="http://schemas.openxmlformats.org/officeDocument/2006/relationships/image" Target="../media/image48.jp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96924" y="6236729"/>
            <a:ext cx="2408647" cy="301221"/>
          </a:xfrm>
          <a:prstGeom prst="rect">
            <a:avLst/>
          </a:prstGeom>
        </p:spPr>
        <p:txBody>
          <a:bodyPr vert="horz" wrap="square" lIns="0" tIns="14971" rIns="0" bIns="0" rtlCol="0">
            <a:spAutoFit/>
          </a:bodyPr>
          <a:lstStyle/>
          <a:p>
            <a:pPr marL="11516">
              <a:spcBef>
                <a:spcPts val="118"/>
              </a:spcBef>
            </a:pPr>
            <a:r>
              <a:rPr lang="en-US" sz="185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07 May </a:t>
            </a:r>
            <a:r>
              <a:rPr sz="1859" spc="6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59" spc="-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en-US" sz="1859" spc="-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sz="185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88499" y="254529"/>
            <a:ext cx="2971229" cy="3026387"/>
            <a:chOff x="3605875" y="2930669"/>
            <a:chExt cx="3668395" cy="38500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9169" y="2930669"/>
              <a:ext cx="2301713" cy="31540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5875" y="6084740"/>
              <a:ext cx="3668302" cy="69561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2352" y="4439294"/>
            <a:ext cx="9321553" cy="1224995"/>
          </a:xfrm>
          <a:prstGeom prst="rect">
            <a:avLst/>
          </a:prstGeom>
        </p:spPr>
        <p:txBody>
          <a:bodyPr vert="horz" wrap="square" lIns="0" tIns="65068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512"/>
              </a:spcBef>
            </a:pPr>
            <a:r>
              <a:rPr spc="-32" dirty="0"/>
              <a:t>GUJRANWALA</a:t>
            </a:r>
            <a:r>
              <a:rPr spc="-141" dirty="0"/>
              <a:t> </a:t>
            </a:r>
            <a:r>
              <a:rPr spc="-82" dirty="0"/>
              <a:t>WASTE</a:t>
            </a:r>
            <a:r>
              <a:rPr lang="en-US" spc="-82" dirty="0"/>
              <a:t> </a:t>
            </a:r>
            <a:r>
              <a:rPr spc="-82" dirty="0"/>
              <a:t>MANAGEMENT</a:t>
            </a:r>
            <a:r>
              <a:rPr spc="-145" dirty="0"/>
              <a:t> </a:t>
            </a:r>
            <a:r>
              <a:rPr spc="-9" dirty="0"/>
              <a:t>COMPANY</a:t>
            </a:r>
          </a:p>
          <a:p>
            <a:pPr marR="6910" algn="ctr">
              <a:lnSpc>
                <a:spcPct val="100000"/>
              </a:lnSpc>
              <a:spcBef>
                <a:spcPts val="426"/>
              </a:spcBef>
            </a:pPr>
            <a:r>
              <a:rPr b="1" dirty="0">
                <a:latin typeface="Tahoma"/>
                <a:cs typeface="Tahoma"/>
              </a:rPr>
              <a:t>District</a:t>
            </a:r>
            <a:r>
              <a:rPr b="1" spc="-141" dirty="0">
                <a:latin typeface="Tahoma"/>
                <a:cs typeface="Tahoma"/>
              </a:rPr>
              <a:t> </a:t>
            </a:r>
            <a:r>
              <a:rPr lang="en-US" b="1" spc="-141" dirty="0">
                <a:latin typeface="Tahoma"/>
                <a:cs typeface="Tahoma"/>
              </a:rPr>
              <a:t>Gujranwala </a:t>
            </a:r>
            <a:r>
              <a:rPr b="1" spc="-32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Tehsil</a:t>
            </a:r>
            <a:r>
              <a:rPr b="1" spc="-27" dirty="0">
                <a:latin typeface="Tahoma"/>
                <a:cs typeface="Tahoma"/>
              </a:rPr>
              <a:t> </a:t>
            </a:r>
            <a:r>
              <a:rPr lang="en-US" b="1" spc="-9" dirty="0">
                <a:latin typeface="Tahoma"/>
                <a:cs typeface="Tahoma"/>
              </a:rPr>
              <a:t>Kamoke </a:t>
            </a:r>
            <a:endParaRPr b="1" spc="-9"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410" y="186431"/>
            <a:ext cx="1721068" cy="14411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43104" y="186431"/>
            <a:ext cx="1441119" cy="14411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443758" y="3755343"/>
            <a:ext cx="6399073" cy="441910"/>
          </a:xfrm>
          <a:prstGeom prst="rect">
            <a:avLst/>
          </a:prstGeom>
        </p:spPr>
        <p:txBody>
          <a:bodyPr vert="horz" wrap="square" lIns="0" tIns="16123" rIns="0" bIns="0" rtlCol="0">
            <a:spAutoFit/>
          </a:bodyPr>
          <a:lstStyle/>
          <a:p>
            <a:pPr marL="11516">
              <a:spcBef>
                <a:spcPts val="127"/>
              </a:spcBef>
            </a:pPr>
            <a:r>
              <a:rPr lang="en-US" sz="2766" dirty="0">
                <a:solidFill>
                  <a:srgbClr val="999999"/>
                </a:solidFill>
                <a:latin typeface="Tahoma"/>
                <a:cs typeface="Tahoma"/>
              </a:rPr>
              <a:t>Daewoo Waste Management Company</a:t>
            </a:r>
            <a:endParaRPr sz="2766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4952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A7D22-B3CF-04B6-D9C3-66D01307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7B8283E-C135-CCF8-1219-710754A755BA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5898FEA-D71F-B57B-5F97-EDF70F8B72A5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C5A0172-804E-6983-38E0-DDFE97A8E88C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708FD40F-9544-1186-AC0A-9E7F58AF53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3E642366-B8D3-C476-852F-5DF361ED1B7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7A1BF786-86EE-CA03-B24E-0DACB8692E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6298AE-7F5D-4349-7F34-398FE4444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C14387-D280-B490-AF15-A8B36C8C8DAF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B7CD06-5ECF-44E1-A28F-C889838179DB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A3B1F7-4435-9D83-DEC1-3660972928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317" y="2434184"/>
            <a:ext cx="486704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65743A-3755-8F6F-1718-E328F1786E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5085" y="2445216"/>
            <a:ext cx="4837621" cy="362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78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FAEDB-7E9B-D82D-D6A7-B765F0472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B41C68A-F551-42FD-9B52-60DBAF4DF6A2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54D26F2-C7C5-EC42-9410-1E34BEDA6C0B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07164E3-00D7-98C8-B520-D8585F686F97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44A91D61-FAEE-DC36-6D5B-9703596078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6E01CD72-B8C5-0DBA-A14B-E4D6B74D843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44B11CBF-F170-E4F6-469E-7915BADF4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F7B8CA-0623-8C3A-EADB-8802B472F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DAF0CC-190B-CC8E-6619-23EAD6FFD6D8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20B023-A749-11AE-F2E3-9AC02D2490D0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E58945-7CAA-E481-F8CE-B30CD34FE3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827" y="2434184"/>
            <a:ext cx="512602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E7317A-D377-F4CF-79B4-749D02D636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7108" y="2445216"/>
            <a:ext cx="5113574" cy="362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62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01675-08BC-7AD7-A442-A8FC75B30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E3BCA22-F5E9-B5BC-F649-7C00A44976F5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63670F3-9B55-E6BF-A38D-6EB5C6751C55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B25729E-1CF8-F9AD-93C7-779F81B326F1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265C4965-F69B-B152-513B-D83DE7C0F8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605793C0-3C13-8F2F-1E41-C3047AD51DA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F203031B-2D49-EC29-DF37-7EBAB5CA0C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A7689C-2016-52C7-EBF9-8BEBFF52C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F37FB6-1111-5F87-BA36-5F71FE1C9BEA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C0C1AF-E86F-EC22-BE3F-35197EF4F961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C2F59C-8538-9A04-7FD3-E1D7C27B1E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827" y="2445217"/>
            <a:ext cx="5126020" cy="3628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EAFF7F-958B-F754-7AAA-94ACDA4C57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5085" y="2445216"/>
            <a:ext cx="4837620" cy="362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458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8625-23C7-6D4D-213C-8A099183C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390835B-3243-C6A4-CB08-54697F4A3B60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E13F173-5CEF-34ED-2CA3-97488C3775B0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E34B05F-5EE7-2B29-5C58-D7D1B88EAAE8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5C685539-C155-AA40-C01A-6078D2B40A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1AA2A963-D4DF-F418-1ED9-C750EDA8F0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4B36CA30-7973-0464-82D6-CB3617397B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21437C-E43B-9DD1-F198-D64A8C875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A0638E-8C50-00FC-5AC0-6146BC400928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8841C-6272-B223-1A21-D6A186746738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0BD2E0-CDA0-5B1C-2F9E-5EC40991B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827" y="2445217"/>
            <a:ext cx="5126020" cy="3628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2F1FC9-F3A4-89FA-B93D-E77F81BC955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5085" y="2445216"/>
            <a:ext cx="4837620" cy="362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A054D-2037-ECC0-B641-16F3D988C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58E0C55-F88B-E2CD-792F-A5DA1C2133EB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2D3E9FE-A2A5-D5FA-D189-9A2F30F2B464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D7E70C9-5506-B5C9-468A-A0ED0585EBC7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47AC9F10-6D6F-AFD6-E2B9-99F054574F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00DDD660-83FA-BE67-DE59-4F625C7C4B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E224CB71-7207-9A74-0B5A-28C031581E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260AC9-9443-F96E-A163-A1DA2C760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47C9F0-1AB4-3931-73CB-CE3B38578F65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B32F4-C456-8FA6-D92F-C623AC784AF8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4D5CE6-1158-BA83-C8D4-D059644B6A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6563" y="2445217"/>
            <a:ext cx="4822548" cy="3628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BB1722-C0EA-8DE5-B019-BD6114244A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5085" y="2445217"/>
            <a:ext cx="4837620" cy="362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12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44C4-A749-4ACB-09A4-B4A02FA1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0291093-0865-1201-6EA5-2CA345D0E04D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216F765-E607-80D2-7E66-A190242209EB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63E51F6-E74B-3376-B9CA-AF99CE58558C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ACAD9F91-11A3-5BB1-8837-07877BB99E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0F3F001A-630E-A06B-A973-1E58AE8160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88C357CF-3AF9-5348-5DE2-AE989ED8D6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343461-63C4-9B04-3C2A-1DD1DC4A7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F1CBD9-4D37-92B3-E3B1-AE624C5282D3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D7198-31AA-5254-DF9D-2969B93E142B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4913FC-FE6E-1F4A-A036-92816C3089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8261" y="2445217"/>
            <a:ext cx="4839152" cy="3628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F588F9-9B89-45FE-28FD-900D2B8DEC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19130" y="2445217"/>
            <a:ext cx="4869530" cy="362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68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3256-D526-9A35-9353-6F3385EC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F1D6859-8CE8-4441-5C41-97E0BFD675E1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1CDC83FF-1F41-E375-36E8-BC818F6263DD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67F75C1-57FB-59E2-84FD-9F21F9DAA437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61340003-B159-0C3E-898F-6827A6D5B8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C4B0D06B-E0B6-C30C-57F0-3095C0DB50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A68123BE-E63E-3794-C9B2-66A0F2C460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740B43-64D8-F221-27BC-9E7241ECA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1BA1F8-8DCE-6A02-1C67-B6C890C980CA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7BF1A-20F5-9D43-1771-74FD5738ADDA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479642-3194-6EB2-4FA1-CDBD7277C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8261" y="2445217"/>
            <a:ext cx="4839152" cy="3628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42E7DC-705C-F7F7-7D0E-AC9605609E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4002" y="2445217"/>
            <a:ext cx="5059786" cy="362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74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7888-AE20-1843-BF21-EBAB58A3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E403FC2-6F91-7CC5-CAC5-60EE4ABA543C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83F1C2A-E963-A844-D944-CD547374BB7C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0089B56-7B4B-8F92-FADE-32159C154D17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5A91A760-E0B2-CDF8-CA5F-8F5324AAF3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2F450FA8-7CBD-188A-111F-C58A6259D55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2CDFD476-5CDD-EFA6-1838-18BB1D615D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51D98A-8F9F-65B3-C2CB-51D935644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93F253-A457-F69D-4BA4-D0F7040BE297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0FCF77-EDD2-46BC-4CFD-F3F8A8BF92F1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1E8617-AC60-11C5-48E5-8C349D1AD9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850" y="2445217"/>
            <a:ext cx="4988068" cy="3628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2A0E60-B9D3-E2B2-6DC0-77C5A696A2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9861" y="2445217"/>
            <a:ext cx="4988068" cy="362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99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0415D-64E0-E560-A5AE-8A84903BB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406C49C-E249-DD6A-408E-45567C9907C5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FB464A75-B696-266F-B2DE-9FECFF7B37A6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92E95EA-FB6D-C1F4-7C1B-60236741AD8D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6EC49A10-A3BF-B77A-5DC3-CC3A34890E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26672646-401E-D718-6C19-063F3CD026B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636599D4-7346-4E9B-F910-A87240006A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BBDA80-A11B-050C-0F7F-C1A6D1E86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5254D3-A21A-56B1-68FB-3CC7C886CDA3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B8AA8C-7B00-F9AB-B543-51B82CB21AFA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84C58A-F2ED-7D7E-2B8F-36DAEDA1A2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968" y="2434184"/>
            <a:ext cx="5197738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75FF04-C83D-F79D-5F83-291DA4F3DB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4760" y="2445216"/>
            <a:ext cx="5038272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405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61B6-C7E8-AF7D-CD75-327E901FE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63E5F7B-F0A4-8372-BA0B-8C240345A313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A2B5AE12-2A7B-7D28-4C60-65CA65CE8530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461C88E-256B-04C3-693D-99FCA83E9C75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89D93425-0CB7-059E-ED62-677F4B391A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12AC355A-7BD4-78EE-DD39-C01A26B5EE6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9C9E54D4-3AC6-421E-7B93-0873A763A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496581-76BA-B84C-C57C-E660D2C54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D70DAA-28AC-EF8D-7C9F-609AE506C352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17A543-FC11-42E9-07D2-837E21969FD2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73F946-1566-BC64-D87A-26F582FD4E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317" y="2434184"/>
            <a:ext cx="486704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4F1C6B-C93E-A733-AAF6-6DC36C947A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5086" y="2445216"/>
            <a:ext cx="4837621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34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65C86-D8E3-B84D-A7DE-ED204D06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15448AE-FCFC-DBB6-FA67-4576E937F672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C7997754-B85A-157A-4502-5A96A8FAF798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9C25014-BD73-DB1B-9B19-CD17D7E50E6E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F179E410-EAB8-485A-FC35-F3BC29F9AE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B63D9168-2CCD-BC8A-5B6C-8B0D471639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D7217ABE-427D-D78E-3B00-9D0278FE62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613AA-16E4-81C1-470C-E7CA4EB6B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06AB8C-0C5D-57DF-E95B-466EEBDAA2BB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1A0DED-2B60-3FD8-A812-1D10CC16523D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3A48A6-4501-ED86-14B3-6C0811E865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0686" y="2434184"/>
            <a:ext cx="5054302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15885F-F264-D6C8-F84F-B8B4DB734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2021" y="2445216"/>
            <a:ext cx="5023752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73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492BE-6A3B-47EF-3F0D-0608017A0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8EF4FFA-2E15-CAA0-7CBA-AB08E2C1C3A1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916F69C-3FFC-D267-A6CC-FBED8745C536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3ED738B-976D-DD7D-E7D5-156223B6A00F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48D8FF82-8B06-4117-B0B6-14B053F569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09CF9958-0470-22AA-8744-5DE8B5D05D8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CCE68D94-9660-4AEE-AD70-7BF85AA97B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C19C-8A0E-11B1-0BA4-66C216DC2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7596CC-10E3-9329-4A46-CD925381F78C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41B8C-0126-26AE-A5A5-8E91546A2DE2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F790CC-0D3B-AA24-B375-868A4096CE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317" y="2434184"/>
            <a:ext cx="486704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1FCA5B-5E4F-0D8E-58D7-86524D03AA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4006" y="2445216"/>
            <a:ext cx="5059782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59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65248-659D-9C37-696C-F684A35A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5B39A-BF09-BAA7-4ACC-B6268EDCA6FA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BC6AF37-87DF-06DA-4F4E-B2DF2C01D67A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ACE178E-199F-CE90-0705-4FFA82F7E081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4062A63A-214E-2B4F-C3AB-BC5166B92C5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E9319D8C-18AE-3ACF-D063-5A5FF967DC5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298B79D6-003D-D237-AEB8-B94D170DF9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50C4D6-96C9-D42A-F2A6-EB14C2DE2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D17C3F-CE2B-BD23-1B21-FC3C12BF4C99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7641A-8736-4825-91D9-3A4A7409D1B5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FD1989-1893-6F14-D845-935490C7ED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317" y="2434184"/>
            <a:ext cx="486704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51E094-FDBA-D49C-8E58-EF68FE6936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4006" y="2445216"/>
            <a:ext cx="5059782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386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5783E-589C-4E8E-3FA0-DA2AD0C5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EC96894-CAE4-92DB-624A-AD2B8A570A3D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C4325E8-309A-829A-1DC3-E803EF8BC406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985B77-34CB-D96C-188E-F3262D4051DC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C6D4C0A8-8B41-A042-8A46-8B261F2FD9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F1B65665-2103-84C3-C846-697ED1D01B8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7E4828E5-92DE-819A-363F-051E008866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BC310C-E30C-8F1D-7B4B-7DDE8795E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F11B60-9A8B-DD3E-94A4-A4BD420E64B4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B658E1-716E-08DB-B3ED-01E568F8F6DA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C92170-A23A-71F2-087F-158C0939DE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317" y="2434184"/>
            <a:ext cx="486704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A18854-A740-0AA0-9227-B2500566EA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0900" y="2445216"/>
            <a:ext cx="5005994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29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099BD-EC14-4827-314F-F8D94691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51A5574-DF2A-EEEB-4B79-A29CC1F06462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F40C91B-71AE-3C1A-1171-A40A3037BC88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3D6BFBD-6DAA-5CFD-1129-F7C4EB52E29B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681858E3-CE61-A9D5-6E71-30F34BDF7B0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F6CB2662-BBAB-B264-6728-D861CF59D51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9CDA389E-9A0C-1E9D-C7CB-2799DD07CF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E5C37-4339-F3F9-328E-14A68BE9B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12E1B8-4493-E9B0-1D5B-5DB27F1A3C2E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63824F-8BB3-28CB-6CA5-123CED087060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10A084-B9AB-EFF1-92EB-74608177BB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508" y="2434184"/>
            <a:ext cx="4964658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949B74-C245-E0BC-EF3A-3E4E0669A3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86573" y="2445216"/>
            <a:ext cx="4934648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16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2545A-F2B0-B231-2569-F8DFC5BDB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EB2831F-2C8F-8E94-7E6C-F02FF154E888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1C10F99-93BD-3B33-44F2-4A8C5D42C669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094262B-016A-E2F5-7DA1-7AA1ED579093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2E380C03-741F-10CF-CFFA-94F243C24E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71F6A57F-CB2B-BC36-5D14-D5314B2AA76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CC44BF7F-6D3C-B279-1A6B-6A7DA130A6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8E8C67-7E78-74B9-0029-EFD3EDDD3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BC2858-CCF5-BFE7-B121-7D1FA1D776F8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78F969-C353-4562-676B-10202EC1FA51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0B4AB7-7F8E-3702-076A-DE92B7B588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967" y="2434184"/>
            <a:ext cx="519774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D1A727-D501-B4E3-3FC4-080F583D6C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0737" y="2445216"/>
            <a:ext cx="5166320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21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36082-6774-4486-442E-D9CB421E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9C93317-88D0-013F-BAEB-F7F54FF0DDF5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17618ACD-EE1B-3CFA-3AD9-46E9FCDA2C58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9E84396-BABB-4943-36D5-2FE4754FF535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52F56C6D-15D0-9448-C161-80A160A353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88687783-45E6-4679-ACB3-D839A671F31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10DDB770-4534-607E-8EBD-49878DCA3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60EFA8-179D-8AF0-9E6C-2B4A33255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69FA15-64F8-7628-339D-3FA11F362A1F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05C0B-BABB-34A9-3798-3880AF267B3A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61C890-46E9-4E11-C780-C4B6D1039A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862" y="2434184"/>
            <a:ext cx="514395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258B85-1102-2E86-EE5F-BAFAEB3E69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7468" y="2445216"/>
            <a:ext cx="5112858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75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5F1B-6A4F-A2AD-DB05-B948F3FC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3E3E53E-EFC8-15BC-C3B7-C346E9403835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B6544DB-40B4-2814-64DB-46FCE30FD875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92018DF-2EBB-FFAC-F0B7-0778E5ACFE7C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31FC09B1-39C7-C436-8D8F-1F34865CE5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FA890918-CBB7-ACB0-1CFE-A134CAFC9AC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5D243E8E-564F-740C-B701-AA3C3D1675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3F1EBD-A862-51C6-867F-8D7A9730B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1695F6-AC52-F835-36E5-419BDAC98125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7EFEA-2F1D-22E0-73B3-4189B225EFD6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ECC1BA-7479-C8AC-CAC7-8F37BB607A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317" y="2434184"/>
            <a:ext cx="486704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39019C-0C6B-CC7C-3CED-BBD70B169C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5087" y="2445216"/>
            <a:ext cx="4837621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47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3C7C9-BF74-10DD-099D-222E63D49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7F00D87-EDC8-1085-2325-497D1EDDF0A6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72A8215-5394-500F-48A2-C77146ED2CC1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196F060-A71C-3FEE-1A6A-2A6AF745A854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76107414-1933-6B1A-5A2F-0D97F341E6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C28DD230-C014-7597-2575-746ECA04BDB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DAFE8FDA-F0B6-B75D-9CD6-E581F73336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BA9EA-8022-E9AD-1C9C-1B8A42AFE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0D94C4-4EED-400D-9098-24BAEF775ADC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5B6F03-79DA-C37B-2201-F082C5AB8067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865ED9-381E-20A6-DAF4-E5E67F683C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317" y="2434184"/>
            <a:ext cx="486704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2841B6-C12A-0418-C1A9-7C385B399D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5087" y="2445216"/>
            <a:ext cx="4837621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58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57AA0-A018-C2A1-13BD-91726A9D1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526C800-CA01-9A72-CDEB-F1ED77CBA950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5E8C1B3-C81F-8DCF-8FB5-3544A6EE6C1C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74DD304-E954-EC89-798F-C7DD0E348E47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EF0F23B4-05D5-B7B8-2C0A-420D5655AD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20572A8C-75E8-1830-E848-D5446D30B26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5AE889C4-42F3-DFBF-2309-4B85DCB047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019E7A-A12A-E8BF-4755-CF281C405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EA0048-15FE-A8C5-F33B-641DE929505E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974DD-115F-D66D-4643-33EBE7197D05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8C0AD9-5F64-2BB2-E37B-C1B2C0EAC0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317" y="2434184"/>
            <a:ext cx="486704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B66AD5-2E99-A06A-AFB6-C9CE9145AC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3278" y="2445216"/>
            <a:ext cx="5041240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31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BBAB-C295-A3B3-F223-14263AA1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98AFA42-416D-9FFB-F503-2AECF9C1C9B2}"/>
              </a:ext>
            </a:extLst>
          </p:cNvPr>
          <p:cNvGrpSpPr/>
          <p:nvPr/>
        </p:nvGrpSpPr>
        <p:grpSpPr>
          <a:xfrm>
            <a:off x="0" y="6300012"/>
            <a:ext cx="12192000" cy="488950"/>
            <a:chOff x="0" y="6300012"/>
            <a:chExt cx="12192000" cy="4889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C0481E7-3320-ABB6-C3F7-AEB920150270}"/>
                </a:ext>
              </a:extLst>
            </p:cNvPr>
            <p:cNvSpPr/>
            <p:nvPr/>
          </p:nvSpPr>
          <p:spPr>
            <a:xfrm>
              <a:off x="0" y="6300012"/>
              <a:ext cx="12192000" cy="97790"/>
            </a:xfrm>
            <a:custGeom>
              <a:avLst/>
              <a:gdLst/>
              <a:ahLst/>
              <a:cxnLst/>
              <a:rect l="l" t="t" r="r" b="b"/>
              <a:pathLst>
                <a:path w="12192000" h="97789">
                  <a:moveTo>
                    <a:pt x="12192000" y="0"/>
                  </a:moveTo>
                  <a:lnTo>
                    <a:pt x="0" y="0"/>
                  </a:lnTo>
                  <a:lnTo>
                    <a:pt x="0" y="97764"/>
                  </a:lnTo>
                  <a:lnTo>
                    <a:pt x="12192000" y="977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C7EBC1F-B5C0-E034-CB96-9D6B01C2E368}"/>
                </a:ext>
              </a:extLst>
            </p:cNvPr>
            <p:cNvSpPr/>
            <p:nvPr/>
          </p:nvSpPr>
          <p:spPr>
            <a:xfrm>
              <a:off x="0" y="6397777"/>
              <a:ext cx="12192000" cy="391160"/>
            </a:xfrm>
            <a:custGeom>
              <a:avLst/>
              <a:gdLst/>
              <a:ahLst/>
              <a:cxnLst/>
              <a:rect l="l" t="t" r="r" b="b"/>
              <a:pathLst>
                <a:path w="12192000" h="391159">
                  <a:moveTo>
                    <a:pt x="12192000" y="0"/>
                  </a:moveTo>
                  <a:lnTo>
                    <a:pt x="0" y="0"/>
                  </a:lnTo>
                  <a:lnTo>
                    <a:pt x="0" y="391058"/>
                  </a:lnTo>
                  <a:lnTo>
                    <a:pt x="12192000" y="39105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>
            <a:extLst>
              <a:ext uri="{FF2B5EF4-FFF2-40B4-BE49-F238E27FC236}">
                <a16:creationId xmlns:a16="http://schemas.microsoft.com/office/drawing/2014/main" id="{17C33C6B-E3CD-D6FE-DFCC-9834F724CC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909757BA-39C5-FEF6-D52B-C4FAF2B407A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1"/>
            <a:ext cx="1193799" cy="1046746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BD981C57-1A43-F56D-6E1F-8EB9441319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332" y="784569"/>
            <a:ext cx="7300468" cy="344838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Plots  Cleaning-Activity  </a:t>
            </a:r>
            <a:endParaRPr sz="2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9A36A-942F-C59D-38B7-B8E579FAA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37710A-3B11-741E-7069-F3218AA481D5}"/>
              </a:ext>
            </a:extLst>
          </p:cNvPr>
          <p:cNvSpPr txBox="1"/>
          <p:nvPr/>
        </p:nvSpPr>
        <p:spPr>
          <a:xfrm>
            <a:off x="1619793" y="1738876"/>
            <a:ext cx="32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7CA21-BDB2-EE54-5304-9846E9FC7745}"/>
              </a:ext>
            </a:extLst>
          </p:cNvPr>
          <p:cNvSpPr txBox="1"/>
          <p:nvPr/>
        </p:nvSpPr>
        <p:spPr>
          <a:xfrm>
            <a:off x="7132319" y="1701921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E808D6-B2CA-C840-7227-B0C821DFCD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317" y="2434184"/>
            <a:ext cx="4867040" cy="3650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4C91F4-B957-B115-C011-B9B2584D4B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5087" y="2445216"/>
            <a:ext cx="4837621" cy="36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28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53073"/>
            <a:ext cx="12192000" cy="505459"/>
            <a:chOff x="0" y="6353073"/>
            <a:chExt cx="12192000" cy="505459"/>
          </a:xfrm>
        </p:grpSpPr>
        <p:sp>
          <p:nvSpPr>
            <p:cNvPr id="3" name="object 3"/>
            <p:cNvSpPr/>
            <p:nvPr/>
          </p:nvSpPr>
          <p:spPr>
            <a:xfrm>
              <a:off x="0" y="6353073"/>
              <a:ext cx="12192000" cy="101600"/>
            </a:xfrm>
            <a:custGeom>
              <a:avLst/>
              <a:gdLst/>
              <a:ahLst/>
              <a:cxnLst/>
              <a:rect l="l" t="t" r="r" b="b"/>
              <a:pathLst>
                <a:path w="12192000" h="101600">
                  <a:moveTo>
                    <a:pt x="12192000" y="0"/>
                  </a:moveTo>
                  <a:lnTo>
                    <a:pt x="0" y="0"/>
                  </a:lnTo>
                  <a:lnTo>
                    <a:pt x="0" y="100977"/>
                  </a:lnTo>
                  <a:lnTo>
                    <a:pt x="12192000" y="10097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454051"/>
              <a:ext cx="12192000" cy="404495"/>
            </a:xfrm>
            <a:custGeom>
              <a:avLst/>
              <a:gdLst/>
              <a:ahLst/>
              <a:cxnLst/>
              <a:rect l="l" t="t" r="r" b="b"/>
              <a:pathLst>
                <a:path w="12192000" h="404495">
                  <a:moveTo>
                    <a:pt x="12192000" y="0"/>
                  </a:moveTo>
                  <a:lnTo>
                    <a:pt x="0" y="0"/>
                  </a:lnTo>
                  <a:lnTo>
                    <a:pt x="0" y="403948"/>
                  </a:lnTo>
                  <a:lnTo>
                    <a:pt x="12192000" y="40394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163" y="76581"/>
            <a:ext cx="2635504" cy="5019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52830"/>
            <a:ext cx="1193799" cy="101397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914400"/>
            <a:ext cx="9448800" cy="502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51B84C-70BD-77BB-AA18-B4E9D8968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7034" y="38120"/>
            <a:ext cx="1363238" cy="110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896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7136</TotalTime>
  <Words>101</Words>
  <Application>Microsoft Office PowerPoint</Application>
  <PresentationFormat>Widescreen</PresentationFormat>
  <Paragraphs>67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Tahoma</vt:lpstr>
      <vt:lpstr>Trebuchet MS</vt:lpstr>
      <vt:lpstr>Wingdings 3</vt:lpstr>
      <vt:lpstr>Facet</vt:lpstr>
      <vt:lpstr>Office Theme</vt:lpstr>
      <vt:lpstr>GUJRANWALA WASTE MANAGEMENT COMPANY District Gujranwala  Tehsil Kamoke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Plots  Cleaning-Activity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GUJRANWALA WASTEMANAGEMENT COMPANY District Gujranwala Tehsil Hafizabad</dc:title>
  <dc:creator>hhh</dc:creator>
  <cp:lastModifiedBy>Muhammad Farhad</cp:lastModifiedBy>
  <cp:revision>933</cp:revision>
  <dcterms:created xsi:type="dcterms:W3CDTF">2025-09-17T12:35:51Z</dcterms:created>
  <dcterms:modified xsi:type="dcterms:W3CDTF">2026-05-07T11:57:38Z</dcterms:modified>
</cp:coreProperties>
</file>